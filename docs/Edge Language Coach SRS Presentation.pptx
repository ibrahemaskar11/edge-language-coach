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942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F2942"/>
                </a:solidFill>
                <a:latin typeface="Cambria"/>
              </a:rPr>
              <a:t>Error rate under saturation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replica</c:v>
                </c:pt>
                <c:pt idx="1">
                  <c:v>3 replicas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6.81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0-49A4-BCAA-72F620761A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42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Language Coach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&amp; Reliable Services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Italian-language learning application built around LLM-driven conversation, automated topic curation, and spaced-repetition flashcards.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units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primitives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583680" y="5989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at 3 replicas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Language Coach?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Italian-language learning app combining LLM-driven conversational practice, automated topic curation from RSS feeds, and spaced-repetition flashcards.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fully stateless — every request carries a JWT, every counter lives in Redis, no session state in process memory. Horizontal scale-out is a one-line 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508760"/>
            <a:ext cx="54864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8928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Vite · nginx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20756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54864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761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 5 · Node.js 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9443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auth · reliability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54864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324612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630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· BullMQ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38130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 (scrape, summary, flashcards)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114800"/>
            <a:ext cx="54864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411480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4988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redis:7-alpine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46817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+ distributed counters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983480"/>
            <a:ext cx="54864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26480" y="498348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53675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· Grafana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55504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scraping + dashboards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Hot Path &amp; Async Path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(request hot path)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28800" cy="9144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1965960"/>
            <a:ext cx="1828800" cy="9144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nginx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423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1828800" cy="9144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nginx-lb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1965960"/>
            <a:ext cx="1828800" cy="9144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× 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920240"/>
            <a:ext cx="265176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06840" y="1920240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0" y="1956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12680" y="19568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· queues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2304288"/>
            <a:ext cx="265176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06840" y="2304288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12680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auth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06840" y="2688336"/>
            <a:ext cx="265176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06840" y="2688336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0" y="2724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1268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2423160"/>
            <a:ext cx="1828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(long-running work, &gt; ~2s)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8288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0" y="4709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06040" y="4251960"/>
            <a:ext cx="1828800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060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· BullMQ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060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34840" y="4709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251960"/>
            <a:ext cx="1828800" cy="9144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6634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709160"/>
            <a:ext cx="2286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20840" y="4251960"/>
            <a:ext cx="18288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208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208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path covers post-session summary, flashcard pack generation, and the periodic topic scrape.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Primitives, Five Failure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2296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opossum on Groq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194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Groq API slowdown or outage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532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82296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8470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6733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rate limit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19659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Redis-backed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2194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Abusive client flooding gateway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5532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82296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+ backoff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0632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BullMQ exponential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3291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Transient worker / downstream failure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651760"/>
            <a:ext cx="5532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2651760"/>
            <a:ext cx="82296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9443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Dead-letter logging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06324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retry budget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3291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Job repeatedly failing past retries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55321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82296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041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38679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key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41605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TTL on scraper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4389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Duplicate work after worker restart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5532120" cy="9601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391363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primitive is tied to a specific failure mode — not just "add retries everywhere."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MEASURED BEHAVIOUR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Breaker: The Latency Cliff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Groq put into 30s slow mode (exceeds the 15s breaker timeout). Driver fired 60 requests at concurrency 12.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47472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latency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15,300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— closed, hammering slow upstream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— open, fail-fast in adjacent calls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behaviour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423160"/>
            <a:ext cx="5303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423160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532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(probing)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0" y="25328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– 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843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~15.3s · timing out · collecting failure samples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02152"/>
            <a:ext cx="5303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3502152"/>
            <a:ext cx="91440" cy="9601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66960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922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threshold + 50% error rate crossed → opens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581144"/>
            <a:ext cx="5303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4581144"/>
            <a:ext cx="91440" cy="9601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4690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(short-circuit)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66960" y="4690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– 60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001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58 ms · never reach upstream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breaker, all 60 requests would have hit the 15s timeout. With it, only 7 calls paid that cost. The remaining 53 cost effectively zero CPU and zero open sockets to the failing upstream.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Gateway → One-Line Scale-Out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97280"/>
          </a:xfrm>
          <a:prstGeom prst="rect">
            <a:avLst/>
          </a:prstGeom>
          <a:solidFill>
            <a:srgbClr val="0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--scale gateway=3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 · Prom)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4206240"/>
            <a:ext cx="6400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3703320"/>
            <a:ext cx="2194560" cy="100584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3858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nginx-lb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 · DNS round-robin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5029200" y="3611880"/>
            <a:ext cx="1280160" cy="5943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3291840"/>
            <a:ext cx="228600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· replica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4206240"/>
            <a:ext cx="128016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228600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4215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· replica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4206240"/>
            <a:ext cx="1280160" cy="9144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4846320"/>
            <a:ext cx="228600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4992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· replica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3291840"/>
            <a:ext cx="269748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74904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every request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counters in Redis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in-memory session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Prom both target nginx-lb — no client-side change needed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MEASURED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Replica vs. 3 Replicas (k6)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k6 scenarios: baseline (10 VUs · 30s) → stressed (ramp 0→50 · 60s) → scaled_out (50 VUs · 30s).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2104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2688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56692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80760" y="2487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gateway_errors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2487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6.81%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0" y="2487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332720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−96%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017520"/>
            <a:ext cx="56692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3127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scaled_out p95 latency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21040" y="3127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2.43s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0" y="3127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2.15s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332720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0" y="3657600"/>
            <a:ext cx="56692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80760" y="3767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p95 latency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21040" y="3767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1.73s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0" y="3767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1.84s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33272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80760" y="3986784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noise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43600" y="4297680"/>
            <a:ext cx="566928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80760" y="4407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21040" y="4407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39.3 r/s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0" y="4407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39.4 r/s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33272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943600" y="5029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943600" y="5349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gateway event loop saturates first; replicas fix it.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Supabase / Redis RTT, untouched by gateway scale-out.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+ Structured Logs + Probes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logs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pino · single-line 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gateway / workers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 propagated end-to-end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IDs: sessionId, jobId, queue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LOG_LEVEL env-tunable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657600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65760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metrics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scraped every 15 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31089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http_request_duration_seconds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groq_circuit_breaker_state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bullmq_job_duration_seconds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queue_depth_total · jobs_dead_letter_total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657600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93024" y="1554480"/>
            <a:ext cx="3657600" cy="137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67344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67344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probes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67344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orchestration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67344" y="31089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/livez → always 200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/readyz → checks Redis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Supabase + Groq (2s timeout)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names the failing dependency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auto-loaded at localhost:3000 · panels: request rate, p50/p95/p99 latency, 5xx rate, breaker state, queue depth, active sessions.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ADRs · Conscious Compromises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ALTERNATIVE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73152" cy="9601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workers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microservice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762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TypeScript types · single toolchain · faster iteration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55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 + Redis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355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/ Kafka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2278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Redis for queueing + rate limiting · lower ops surface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73152" cy="9601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4074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Postgres + auth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2793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multi-week auth build · accepted external dependency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5458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prom-client only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0" y="5458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53309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instrument · shallow call graph · no cross-service tracing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OTel decision is the most consequential trade-off — recorded as future work.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349240" cy="53035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81036" y="5074920"/>
            <a:ext cx="3434963" cy="36118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3492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traces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 Fastify + ioredis + Prisma. Manually carry trace context through BullMQ payloads to span the full async path.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autoscaling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already supports multiple consumers — wiring + manifest, not redesign.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53492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+ HPA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5074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compose into a Helm chart. HPA driven by queue_depth_total and http_request_duration_seconds.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53492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load testing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iterations per configuration with confidence intervals, run from a dedicated load-generation host.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Widescreen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Language Coach — Architecture</dc:title>
  <dc:subject>PptxGenJS Presentation</dc:subject>
  <dc:creator>Student Presentation</dc:creator>
  <cp:lastModifiedBy>Hassan Mujtaba Ahmed - hassan.ahmed5@studio.unibo.it</cp:lastModifiedBy>
  <cp:revision>2</cp:revision>
  <dcterms:created xsi:type="dcterms:W3CDTF">2026-05-04T16:09:11Z</dcterms:created>
  <dcterms:modified xsi:type="dcterms:W3CDTF">2026-05-04T16:17:20Z</dcterms:modified>
</cp:coreProperties>
</file>
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0" d="100"/>
          <a:sy n="120" d="100"/>
        </p:scale>
        <p:origin x="198" y="-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2.  Error rate under saturation (k6 scaled_out)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gateway_errors rate (%)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 replica</c:v>
                </c:pt>
                <c:pt idx="1">
                  <c:v>3 replicas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6.81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58-412B-9661-494D346188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3.  Projected monthly cost by user scale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monthly cost (USD)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&quot;$&quot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Current
(development)</c:v>
                </c:pt>
                <c:pt idx="1">
                  <c:v>20 users</c:v>
                </c:pt>
                <c:pt idx="2">
                  <c:v>200 users</c:v>
                </c:pt>
                <c:pt idx="3">
                  <c:v>1,000 users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35</c:v>
                </c:pt>
                <c:pt idx="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C5-4193-B5E3-AED131585D9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6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22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51960" y="1051560"/>
            <a:ext cx="3657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02920" y="32918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Reliability and Operability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an LLM-driven Italian Language Tutor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23560" y="4526280"/>
            <a:ext cx="9144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9377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52120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/>
              <a:t>Ibrahim Hani Mohamed Morsy Askar</a:t>
            </a:r>
          </a:p>
          <a:p>
            <a:pPr algn="ctr"/>
            <a:r>
              <a:rPr lang="en-US" b="1" dirty="0"/>
              <a:t>Hassan Mujtaba Ahmed</a:t>
            </a:r>
          </a:p>
        </p:txBody>
      </p:sp>
      <p:sp>
        <p:nvSpPr>
          <p:cNvPr id="9" name="Text 7"/>
          <p:cNvSpPr/>
          <p:nvPr/>
        </p:nvSpPr>
        <p:spPr>
          <a:xfrm>
            <a:off x="502920" y="5623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is an Italian language learning application built on LLM-driven conversation practice, spaced-repetition flashcards and automated topic curation.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280160" y="2880360"/>
            <a:ext cx="0" cy="1508760"/>
          </a:xfrm>
          <a:prstGeom prst="line">
            <a:avLst/>
          </a:prstGeom>
          <a:noFill/>
          <a:ln w="1905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10058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engineering question is not whether a language model can converse in Italian. It can. The question is whether the system around the model remains usable when the model is slow, the queue backs up or a replica crashes mid-session.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addresses that question along three axes.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breakers, retries, idempotency and health probes.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07408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07408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7408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stateless gateway with horizontal scale-out behind nginx-lb.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311896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11896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69096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Operability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11896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MCP servers exposing live state to agentic operators.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deployable runtime units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a distributed, event-driven architecture. Shared state lives in Redis (queues and rate-limit counters) and Supabase (persistence and authentication).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43200"/>
          <a:ext cx="11155680" cy="20116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· Vite · nginx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Single-page application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build, served by Vercel in production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Fastify · Node.js 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Authentication, rate limiting, circuit breaker, health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· BullMQ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Asynchronous job 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scraper, summary generation, flashcard generation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7607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units are deployed independently. Production: Oracle Cloud VM (gateway, workers, Redis) plus Vercel (SPA). Multi-arch Docker images via GHCR.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view (C4 — Level 2)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 SPA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Vercel)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5029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/metrics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Grafana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274320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6324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nginx-lb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2004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49240" y="27432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40680" y="2816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×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3200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Fastify · Node.js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breaker · rate-limit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49240" y="45720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40680" y="4645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consumers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· summary · flashcard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49640" y="2194560"/>
            <a:ext cx="1554480" cy="914400"/>
          </a:xfrm>
          <a:prstGeom prst="rect">
            <a:avLst/>
          </a:prstGeom>
          <a:solidFill>
            <a:srgbClr val="F7F7F4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41080" y="22677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41080" y="2651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+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549640" y="329184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410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4108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49640" y="438912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41080" y="44622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API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41080" y="4846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Whisper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561320" y="274320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65276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 Board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652760" y="3200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DLQ inspection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61320" y="384048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652760" y="39136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652760" y="4297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42316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80060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543800" y="30175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543800" y="3520440"/>
            <a:ext cx="1005840" cy="22860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543800" y="3703320"/>
            <a:ext cx="1005840" cy="105156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543800" y="48463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423160" y="48463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 Container diagram. Solid edges denote in-band request paths; dashed edges denote scrape traffic and circuit-broken calls. External systems are drawn with dashed borders.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modes and the primitives that address them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77931"/>
              </p:ext>
            </p:extLst>
          </p:nvPr>
        </p:nvGraphicFramePr>
        <p:xfrm>
          <a:off x="502920" y="1874520"/>
          <a:ext cx="11155680" cy="38404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API slow or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opossum 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after a 50 % error rate in a 60 s window, resets after 30 s. Fast-fail instead of stalling the event loop.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probe and fallback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returns 503 naming the failing dependency. Rate-limiter falls back to in-memory, BullMQ reconnects automatically.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crash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BullMQ retry and DLQ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attempts with 5 s exponential backoff, after budget the job moves to the dead-letter queue with a structured error log.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overloaded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req / min per user, backed by Redis so the limit is shared across replicas. Health probes are allowlisted.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re-run within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idempotency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scraper:slot:&lt;date&gt;:&lt;6h-window&gt;, TTL 6 h. Same window is a no-op. Title-level deduplication is a second layer.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primitives are pinned by Vitest integration tests run on every push (CI: pnpm turbo test).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Empirical study — the Groq circuit breaker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2402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Groq server (mocks/groq-mock.mjs) sleeps 30 s per request, exceeding the 15 s breaker timeout. A driver script (mocks/breaker-driver.mjs) issues 60 requests at concurrency 12 and records per-call latency.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behaviour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97764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1–7.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hits the 15.3 s timeout while the breaker accumulates failure samples.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10-sample volumeThreshold and 50 % error rate are both crossed; the breaker opens.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8–60.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is short-circuited in 12–58 ms and never reaches the upstream.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1874520"/>
            <a:ext cx="5166360" cy="2331720"/>
          </a:xfrm>
          <a:prstGeom prst="rect">
            <a:avLst/>
          </a:prstGeom>
          <a:solidFill>
            <a:srgbClr val="F7F7F4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92240" y="1874520"/>
            <a:ext cx="0" cy="2331720"/>
          </a:xfrm>
          <a:prstGeom prst="line">
            <a:avLst/>
          </a:prstGeom>
          <a:noFill/>
          <a:ln w="254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208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Adjacent-call latency cliff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15,300 ms  →  25 ms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2084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breaker, all 60 calls would have paid the 15 s timeout. With it, only 7 did. The cost of an upstream failure is bounded.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3891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Time Objectives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47091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configured timeouts and retry policy, not measured separately.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074920"/>
          <a:ext cx="5166360" cy="130810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slowdown or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90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blip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replica crash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 to DLQ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duplicate replay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scale-out of the stateless gateway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is stateless: session data resides in Supabase and rate-limit counters in Redis. Scaling is a single configuration flag.</a:t>
            </a:r>
            <a:endParaRPr lang="en-US" sz="12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502920" y="2697480"/>
          <a:ext cx="5943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6766560" y="2697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30175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Error-rate reduction: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replicas reduce the saturated error rate by approximately 96 % at zero additional cost on the Oracle free tier.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throughput is essentially unchanged (39.3 → 39.4 req / s); the bottleneck shifts from the gateway event loop to downstream round-trips.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only (p95 2.43 → 2.15 s); the gateway is the bottleneck for availability, not for latency.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5989320"/>
            <a:ext cx="111556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6053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validity.  </a:t>
            </a: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was co-located with Docker Desktop (CPU contention); Groq was mocked at sub-millisecond latency; single iteration per configuration.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Logs, metrics and health by design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emit structured pino logs and expose Prometheus metrics. Two health probes back container orchestration.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  Structured logs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pino · JSON · per-request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requestId, sessionId, jobId, queue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LOG_LEVEL configurable per environment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for every MCP remediation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07408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  Metrics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07408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prom-client · 15 s scrape interval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07408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27448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http_request_duration_seconds (histogram)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27448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groq_circuit_breaker_state (gauge)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07408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27448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queue_depth_total, jobs_dead_letter_total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11896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11896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  Health probes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11896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· /readyz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11896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31936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returns 200 for orchestrator liveness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11896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31936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/readyz pings Redis, Supabase and Groq (2 s)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11896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31936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names the failing dependency in the body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Grafana dashboard provisioned from docker/grafana/dashboards/edge-coach.json is auto-loaded at startup. Bull Board exposes the DLQ at :3002/queues.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agentic operator surface — two MCP servers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 Context Protocol servers expose the running system to agent-driven inspection and remediation, without SSH or redeploy. The servers are split by privilege.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/ Grafana fires an alert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07408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44568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44568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44568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observability-mcp  (read-only, six tools)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9288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11896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49056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49056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49056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remediation-mcp  (guarded write, three tools)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observability-mcp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no mutation · no auth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get_service_health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get_queue_metrics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get_circuit_breaker_state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get_active_sessions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get_groq_latency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get_safety_policy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agent self-binds at session start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8076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remediation-mcp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write · three layers of guard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8076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pause_queue  /  resume_queue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reversible · zod enum on queue name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reset_circuit_breaker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reversible · ADMIN_API_KEY header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flush_dead_letter_queue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irreversible · requires confirm: true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remediation call writes a structured pino audit line to stderr; stdout is reserved for the MCP transport.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POLICY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classification — reversibility, not magnitude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6949440" cy="268833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Breaker trip, BullMQ retry, rate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(threshold-based)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get_service_health, get_groq_latency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(advisory)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(read-only)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pause_queue / resume_queue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(bounded)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(reversible, typed)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reset_circuit_breaker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ADMIN_API_KEY holder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flush_dead_letter_queue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confirm: 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scaling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agent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920240"/>
            <a:ext cx="388620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/>
          <p:cNvSpPr/>
          <p:nvPr/>
        </p:nvSpPr>
        <p:spPr>
          <a:xfrm>
            <a:off x="7772400" y="20116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in depth — three layers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(L1)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676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context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0" y="283464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exposed through get_safety_policy. The agent self-binds at session start.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0" y="37033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(L2)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66760" y="3703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 boundary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0" y="40690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schemas reject hallucinated tool names, invalid enums and wrong-typed arguments before dispatch.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772400" y="4937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(L3)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366760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admin route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0" y="530352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/admin/breakers/reset checks ADMIN_API_KEY. The final layer when the others fail.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promises its users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service-level objectives expressed as PromQL queries over a 5-minute rolling window. Headline targets follow.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06040"/>
          <a:ext cx="11155680" cy="2880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Service-level indicator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1 − rate(http_requests_total{status_code=~"5.."}[5m])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/api/messages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…{route="/api/messages"})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/api/topics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…{route="/api/topics"})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500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Prometheus up metric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job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Failed jobs / total jobs processed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freshness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Topics inserted per 24 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k6 load-test targets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(10 VUs, 30 s): p95 &lt; 2 s, errors &lt; 1 %  ·  Stressed (0→50 VUs, 75 s): p95 &lt; 4 s, errors &lt; 5 %  ·  Scaled-out: p95 &lt; 2 s, errors &lt; 1 %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RETURN ON AGENT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discipline and operational return</a:t>
            </a:r>
            <a:endParaRPr lang="en-US" sz="30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02920" y="1874520"/>
          <a:ext cx="58521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667512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agent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6751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recovery for an open Groq breaker, with and without the MCP operator surface.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75120" y="283464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7512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6751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8–12 min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59536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SSH → tail logs → inspect /metrics → curl admin route → observe metrics.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425196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7512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67512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min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595360" y="44348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agent calls three read tools → agent proposes reset → operator approves.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5669280"/>
            <a:ext cx="502920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675120" y="5760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return on agent ≈ $7–10 / month  (3–5 × return on inference cost)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inference budget: $20 / month. Above this ceiling, agentic features auto-disable and operators fall back to manual diagnosis.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architectural decisions, each with a cost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are recorded as architecture decision records (ADRs) under docs/adr/. The four most consequential decisions follow.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workers, not Go microservices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TypeScript types · single toolchain · faster iteration.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cannot scale independently — one service scales all three.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550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on Redis, not RabbitMQ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dependency · rate-limit + queue share Redis · TypeScript-native.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is not a purpose-built broker; AOF persistence required in production.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Supabase, not self-hosted Postgres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row-level security out of the box · no DB ops.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dependency · cannot run fully offline · partial vendor lock-in.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prom-client only, not full OpenTelemetry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5508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dependency footprint · ten-line Fastify instrumentation.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cross-service tracing; partly compensated by the MCP read tools.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— limitations and next steps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has known gaps. The following extensions would improve correctness, durability and operational hygiene.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OpenTelemetry distributed tracing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25146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spans from the gateway through workers via the BullMQ payload. This addresses the principal limitation of ADR-004.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1363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with horizontal pod autoscaling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0" y="32004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on queue_depth_total and on http_request_duration_seconds. Today, scale is a manual --scale flag.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8221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AOF persistence in production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38862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append-only-file persistence to guarantee queue durability under unclean restart.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5079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Tighter authentication on the remediation MCP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45720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ADMIN_API_KEY on pause_queue and resume_queue, not only on reset_circuit_breaker.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1937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5257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load tests with variance bars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77840" y="52578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iterations per configuration on a dedicated host so headline numbers can be reported with confidence intervals.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166360" y="2103120"/>
            <a:ext cx="18288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discussion are welcome.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166360" y="4297680"/>
            <a:ext cx="1828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covered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6324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primitives, all tested in 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5508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scaling 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1540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−96 % error rate at saturation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6324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MCP servers, split by privilege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on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1540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Approximately 3–5 × inference 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6217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 &amp; Hassan · 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2341</Words>
  <Application>Microsoft Office PowerPoint</Application>
  <PresentationFormat>Widescreen</PresentationFormat>
  <Paragraphs>378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Language Coach — Architecture, Reliability and Operability</dc:title>
  <dc:subject>PptxGenJS Presentation</dc:subject>
  <dc:creator>Course Project</dc:creator>
  <cp:lastModifiedBy>Hassan Mujtaba Ahmed - hassan.ahmed5@studio.unibo.it</cp:lastModifiedBy>
  <cp:revision>2</cp:revision>
  <dcterms:created xsi:type="dcterms:W3CDTF">2026-05-19T18:53:30Z</dcterms:created>
  <dcterms:modified xsi:type="dcterms:W3CDTF">2026-05-22T16:36:25Z</dcterms:modified>
</cp:coreProperties>
</file>
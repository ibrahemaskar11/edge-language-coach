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gateway_errors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replica</c:v>
                </c:pt>
                <c:pt idx="1">
                  <c:v>3 replicas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6.81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63-41D9-9A25-8142996D7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7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7744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·  SCALABLE &amp; RELIABLE SERVICES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Language Coach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report on building a scalable, reliable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Italian-tutoring web app — and the operator surface on top of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5486400"/>
            <a:ext cx="3657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· Five reliability primitives · Two MCP servers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services, behind a load balancer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Italian-practice web app: chat with an LLM tutor, scrape RSS for fresh topics, turn each session into spaced-repetition flashcards.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7607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414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606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 + Vite · nginx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25880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app, static build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337560"/>
            <a:ext cx="57607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333756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3016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3502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25880" y="3794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 5 · Node.js 22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325880" y="4050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auth, reliability primitives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526280"/>
            <a:ext cx="576072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452628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1888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4690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325880" y="4983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· BullMQ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325880" y="5239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jobs: scraper, summary, flashcard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83680" y="2148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HOT PATH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583680" y="251460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766560" y="2514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144000" y="3017520"/>
            <a:ext cx="0" cy="21031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583680" y="3227832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766560" y="32278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nginx-lb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144000" y="3730752"/>
            <a:ext cx="0" cy="21031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6583680" y="3941064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766560" y="39410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× N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9144000" y="4443984"/>
            <a:ext cx="0" cy="21031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6583680" y="4654296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766560" y="46542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Supabase · Groq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58368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work (&gt;~2s of LLM time) is enqueued in Redis and picked up by workers.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LANGUAGE COACH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primitives, one big number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primitive is pointed at a specific failure mode. The circuit breaker is the one we measured end-to-end.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76072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91440" cy="4069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CLIFF (ADJACENT CALLS)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 s</a:t>
            </a:r>
            <a:r>
              <a:rPr lang="en-US" sz="3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r>
              <a:rPr lang="en-US" sz="5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7 calls the breaker opened. The next 53 requests fail-fast in &lt;60 ms — never reaching Groq, never opening a socket.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806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calls · concurrency 12 · mock Groq in slow mode (30 s sleep)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PRIMITIVES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54203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86600" y="28163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opossum on Groq · Slow / outage upstream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3355848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32918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rate limit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0" y="3566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req/min · Redis-backed, replica-shared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0" y="4105656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4105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40416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retries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4315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attempts: 3 · exponential backoff (5 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0" y="4855464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4855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86600" y="47914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logging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50657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logged · visible in Bull Board UI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0" y="5605272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5605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86600" y="554126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idempotency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581558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 per 6 h window · TTL safe replay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LANGUAGE COACH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SCALABILITY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Scale-out is a one-line change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7315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--scale gateway=3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0956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gateway · counters in Redis · nginx-lb round-robins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 (k6 scaled_out scenario, 50 VUs)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560320"/>
          <a:ext cx="59436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989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−96%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error rate under saturation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267919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14032" y="256032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= availability bottleneck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14032" y="2862072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event loop saturates at 50 VUs once auth + rate-limit checks are layered on. Replicas absorb the connections it would otherwise drop.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382219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14032" y="370332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only −12%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14032" y="4005072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work outside the gateway (Supabase RTT, Redis round-trips) didn't change. Adding replicas can't compress that path.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8000" y="4965192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14032" y="484632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"failures" are by design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114032" y="5148072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VUs ≈ 500 req/min, well past the 60 req/min rate-limit cap. Most http_req_failed entries are 429s — the limiter doing its job.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LANGUAGE COACH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OBSERVABILITY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+ structured logs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skipped distributed tracing on purpose — a scope call, not an oversight (see Trade-offs).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70332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 JSON, single line per event. Every log carries service, requestId, sessionId, jobId — propagated via X-Request-Id.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2103120"/>
            <a:ext cx="370332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45152" y="24231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560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5152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3611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for HTTP, Groq, BullMQ. Counters for dead-lettered jobs. Gauges for queue depth, active sessions, breaker state.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93024" y="2103120"/>
            <a:ext cx="3703320" cy="2468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513064" y="2423160"/>
            <a:ext cx="640080" cy="64008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256032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13064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probes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13064" y="36118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auto-provisioned at :3000. /livez always returns 200; /readyz pings Redis, Supabase, Groq with 2 s timeouts.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THAT MATTER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516636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57200" y="5166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http_request_duration_seconds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233672" y="516636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233672" y="5166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groq_request_duration_seconds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010144" y="516636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8010144" y="5166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groq_circuit_breaker_state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5660136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57200" y="5660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bullmq_job_duration_seconds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233672" y="5660136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4233672" y="5660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jobs_dead_letter_total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8010144" y="5660136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8010144" y="56601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queue_depth_total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LANGUAGE COACH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OPERATOR SURFACE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MCP — close the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 / alerts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1773936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60520" y="155448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34340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observability-mcp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1773936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63840" y="1554480"/>
            <a:ext cx="3383280" cy="713232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04672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04672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remediation-mcp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468880"/>
            <a:ext cx="5623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468880"/>
            <a:ext cx="56235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22960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" y="2971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observability-mcp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822960" y="361188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" y="388620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get_service_health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get_queue_metrics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get_circuit_breaker_state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get_active_sessions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get_groq_latency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5715000"/>
            <a:ext cx="56235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822960" y="5760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22960" y="5989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stdio, locally scoped · no auth needed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355080" y="2468880"/>
            <a:ext cx="5623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355080" y="2468880"/>
            <a:ext cx="56235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720840" y="26974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MUTATIONS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720840" y="29718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remediation-mcp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6720840" y="361188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720840" y="388620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pause_queue / resume_queue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reset_circuit_breaker</a:t>
            </a:r>
            <a:endParaRPr lang="en-US" sz="1200" dirty="0"/>
          </a:p>
          <a:p>
            <a:pPr marL="342900" indent="-342900">
              <a:buSzPct val="100000"/>
              <a:buChar char="▪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flush_dead_letter_queue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355080" y="5715000"/>
            <a:ext cx="562356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720840" y="5760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720840" y="5989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allow-list · ADMIN_API_KEY · confirm:true · stderr audit log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LANGUAGE COACH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064240" y="65653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457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TRADE-OFFS &amp; 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about choices — and what we'd do next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669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workers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TypeScript types as gateway, faster to iterate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5669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Redis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1985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Redis does queueing + rate-limiting (fewer parts)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5669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7997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weeks on auth — at the cost of an external dep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5897880"/>
            <a:ext cx="566928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prom-client only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3400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ship; the cost is no cross-service tracing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25856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48272" y="214884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48272" y="244144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trace context through BullMQ payloads so async ends up in the same trace as the request that started 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21868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48272" y="310896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autoscaling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48272" y="340156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supports multiple consumers — mostly wiring + manifests, not a redesign.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417880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48272" y="406908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HPA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48272" y="436168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compose into Helm; autoscale on queue_depth_total and request latency.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5138928"/>
            <a:ext cx="10972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48272" y="50292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load tests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48272" y="5321808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iterations per config, dedicated load-gen host (not co-located with Docker).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6217920"/>
            <a:ext cx="3657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6309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879</Words>
  <Application>Microsoft Office PowerPoint</Application>
  <PresentationFormat>Widescreen</PresentationFormat>
  <Paragraphs>140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Language Coach — Architecture</dc:title>
  <dc:subject>PptxGenJS Presentation</dc:subject>
  <dc:creator>CJ Dev</dc:creator>
  <cp:lastModifiedBy>Hassan Mujtaba Ahmed - hassan.ahmed5@studio.unibo.it</cp:lastModifiedBy>
  <cp:revision>2</cp:revision>
  <dcterms:created xsi:type="dcterms:W3CDTF">2026-05-08T15:18:17Z</dcterms:created>
  <dcterms:modified xsi:type="dcterms:W3CDTF">2026-05-08T15:37:01Z</dcterms:modified>
</cp:coreProperties>
</file>